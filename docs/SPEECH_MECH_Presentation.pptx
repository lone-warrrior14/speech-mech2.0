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SPEECH-MECH NEURAL ECOSYSTEM v2.0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Restructured Unified AI Intelligence</a:t>
            </a:r>
          </a:p>
          <a:p>
            <a:r>
              <a:t>Presented by: Lone-Warrior14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powerful, unified AI ecosystem featuring:</a:t>
            </a:r>
          </a:p>
          <a:p>
            <a:pPr lvl="1"/>
            <a:r>
              <a:t>• Biometric Secure Access</a:t>
            </a:r>
          </a:p>
          <a:p>
            <a:pPr lvl="1"/>
            <a:r>
              <a:t>• RAG Intelligence Memory (Pinecone)</a:t>
            </a:r>
          </a:p>
          <a:p>
            <a:pPr lvl="1"/>
            <a:r>
              <a:t>• Autonomous Image Synthesis (NVIDIA/Cloudflare)</a:t>
            </a:r>
          </a:p>
          <a:p>
            <a:pPr lvl="1"/>
            <a:r>
              <a:t>• Natural Language Voice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RESTRUCTURED ARCHITECTURE v2.0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Migrated from monolithic to task-based modules:</a:t>
            </a:r>
          </a:p>
          <a:p>
            <a:pPr lvl="1"/>
            <a:r>
              <a:t>• /authorization/: Identity &amp; Biometrics</a:t>
            </a:r>
          </a:p>
          <a:p>
            <a:pPr lvl="1"/>
            <a:r>
              <a:t>• /rag_system/: Long-term Intelligence</a:t>
            </a:r>
          </a:p>
          <a:p>
            <a:pPr lvl="1"/>
            <a:r>
              <a:t>• /image gen/: Visual AI Backend</a:t>
            </a:r>
          </a:p>
          <a:p>
            <a:pPr lvl="1"/>
            <a:r>
              <a:t>• /speech_assistant/: Core Conversational Brain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BIOMETRIC NEURAL UNLOCK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State-of-the-art security layer:</a:t>
            </a:r>
          </a:p>
          <a:p>
            <a:pPr lvl="1"/>
            <a:r>
              <a:t>• Automated Neural Capturing for new users.</a:t>
            </a:r>
          </a:p>
          <a:p>
            <a:pPr lvl="1"/>
            <a:r>
              <a:t>• Real-time Anti-Spoofing (Liveness Check).</a:t>
            </a:r>
          </a:p>
          <a:p>
            <a:pPr lvl="1"/>
            <a:r>
              <a:t>• Multi-modal Identity Management (Face + Password).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INTELLIGENCE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Augmenting LLMs with document knowledge:</a:t>
            </a:r>
          </a:p>
          <a:p>
            <a:pPr lvl="1"/>
            <a:r>
              <a:t>• Universal Reader (PDF, Audio, Docx).</a:t>
            </a:r>
          </a:p>
          <a:p>
            <a:pPr lvl="1"/>
            <a:r>
              <a:t>• Vectorized retrieval via Pinecone.</a:t>
            </a:r>
          </a:p>
          <a:p>
            <a:pPr lvl="1"/>
            <a:r>
              <a:t>• Context-aware responses for personal workspaces.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VISUAL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image generation workflow:</a:t>
            </a:r>
          </a:p>
          <a:p>
            <a:pPr lvl="1"/>
            <a:r>
              <a:t>• Primary: NVIDIA Flux.2 (High-Fidelity).</a:t>
            </a:r>
          </a:p>
          <a:p>
            <a:pPr lvl="1"/>
            <a:r>
              <a:t>• Backup: Cloudflare Workers (Fast-Uplink).</a:t>
            </a:r>
          </a:p>
          <a:p>
            <a:pPr lvl="1"/>
            <a:r>
              <a:t>• Direct API Integration into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HUB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Seamless User Experience:</a:t>
            </a:r>
          </a:p>
          <a:p>
            <a:pPr lvl="1"/>
            <a:r>
              <a:t>• Unified Launcher (run.py) handles all components.</a:t>
            </a:r>
          </a:p>
          <a:p>
            <a:pPr lvl="1"/>
            <a:r>
              <a:t>• Secure Tunneling (ngrok) for mobile/phone access.</a:t>
            </a:r>
          </a:p>
          <a:p>
            <a:pPr lvl="1"/>
            <a:r>
              <a:t>• Professional Version Control (GitHub v2.0).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/>
            </a:pPr>
            <a:r>
              <a:t>SPEECH-MECH v2.0 - The Future of Unified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